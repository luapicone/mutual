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5" roundtripDataSignature="AMtx7miOIeyTrekd6t/jKYcBeiacfkzt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0056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8638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2151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6182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7536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0920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7618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3012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1458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4334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ayout with centered title and subtitle placeholders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GOBERNABILIDAD Y GOBIERNO CORPORATIVO</a:t>
            </a:r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Verdana"/>
              <a:buNone/>
            </a:pPr>
            <a:r>
              <a:rPr lang="en-US" sz="1600" b="0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GOBERNABILIDAD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Verdana"/>
              <a:buNone/>
            </a:pPr>
            <a:r>
              <a:rPr lang="en-US" sz="1600" b="0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GOBERNABILIDAD</a:t>
            </a:r>
            <a:endParaRPr/>
          </a:p>
        </p:txBody>
      </p:sp>
      <p:sp>
        <p:nvSpPr>
          <p:cNvPr id="34" name="Google Shape;34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gobernabilidad es un debate no realizado. Sin embargo hablamos de ella cuando mencionamos las irregularidades institucionales,  de problemas gerenciales, de falta de compromiso, de la falta de participación.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lo tanto el término gobernabilidad abarca la problemática y las ordena.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Verdana"/>
              <a:buNone/>
            </a:pPr>
            <a:r>
              <a:rPr lang="en-US" sz="1600" b="0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GOBERNABILIDAD</a:t>
            </a:r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quiere decir “GOBERNABILIDAD”?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la Real Academia Española es el arte o manera de gobernar; es mandar, dirigir, guiar, manejar a alguien o influenciarlo; también alude a regirse según normas, reglas, ideas.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Remite directamente a la calidad de gestión de nuestras cooperativas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342900" marR="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Verdana"/>
              <a:buNone/>
            </a:pPr>
            <a:r>
              <a:rPr lang="en-US" sz="1800" b="0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GOBERNABILIDAD</a:t>
            </a:r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¿Por qué es importante discutir este tema</a:t>
            </a:r>
            <a:r>
              <a:rPr lang="en-US" sz="1800" b="1"/>
              <a:t>.</a:t>
            </a:r>
            <a:endParaRPr sz="1800" b="1"/>
          </a:p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1.- Las cajas de crédito cooperativas van a manejar el dinero de nuestras comunidades.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2.- Debemos remontar los pre-conceptos negativos de la figura cooperativa y mutual.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3.- Debemos recomponer lo que las experiencias negativas  de las cajas de crédito y bancos cooperativos dejaron como saldo.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4.- Debemos crear instituciones que desde su nacimiento generen: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*Confianza.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*Seguridad,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*Presencia social,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*Pertenencia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*Transparencia;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Aportes al desarrollo social y local.</a:t>
            </a:r>
            <a:endParaRPr/>
          </a:p>
          <a:p>
            <a:pPr marL="342900" marR="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title"/>
          </p:nvPr>
        </p:nvSpPr>
        <p:spPr>
          <a:xfrm>
            <a:off x="0" y="2603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GOBERNABILIDAD</a:t>
            </a:r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GOBERNABILIDAD Y GOBIERNO CORPORATIVO.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gobernabilidad y el gobierno corporativo son lo mismo.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Implica comunión entre lo que se dice y lo que se hace.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También implica transparencia de los actos de gestión de cada uno de los actores.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Necesita la generación de una cultura corporativa.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sistema debe estar orientado por fuertes principios éticos: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bien común,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equidad,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fidelidad,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confidencialidad,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profesionalismo.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publicidad de los actos institucionales.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Verdana"/>
              <a:buNone/>
            </a:pPr>
            <a:r>
              <a:rPr lang="en-US" sz="1800" b="0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GOBERNABILIDAD</a:t>
            </a:r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Estos principios impedirán el surgimiento de conocidas situaciones negativas: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favoritismo,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privilegios,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amiguismos,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falta de compromiso,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uso indebido de la información, etc.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derivan en: contrataciones de personal sin la suficiente capacitación, otorgamiento de créditos preferenciales a amigos o parientes, que se cuente información que es confidencial, uso de cargos de manera arbitraria, personalista, etc.</a:t>
            </a: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Verdana"/>
              <a:buNone/>
            </a:pPr>
            <a:r>
              <a:rPr lang="en-US" sz="1800" b="0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GOBERNABILIDAD</a:t>
            </a:r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GOBERNABILIDAD, GOBIERNO CORPORATIVO Y NORMAS.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Estado  participa en la creación de la CCC y dicta normas destinadas a ordenar la correcta gestión.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Poder Legislativo, en la ley 26.173, instituye las pautas a seguir para la refundación de las Cajas de crédito. En esa ley establece una serie de principios: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La persona jurídica de las cajas de crédito es una cooperativa.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Principio de territorialidad.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Qué operaciones pueden realizar.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La obligación de Federarse.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Derivó en el B.C.R.A. la función de reglamentar esta ley, pero ya está establecido que: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No podrá haber caja de crédito cooperativa sin la previa realización de un plan de negocios;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El conjunto de las normas de funcionamiento establece relaciones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técnicas, que sirven para garantizar la buena y transparente gestión.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Verdana"/>
              <a:buNone/>
            </a:pPr>
            <a:r>
              <a:rPr lang="en-US" sz="1800" b="0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GOBERNABILIDAD</a:t>
            </a:r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INAES: 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encuentra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viene</a:t>
            </a:r>
            <a:r>
              <a:rPr lang="en-US" sz="2400" b="1" i="0" u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desarrollando</a:t>
            </a:r>
            <a:r>
              <a:rPr lang="en-US" sz="2400" b="1" dirty="0" err="1" smtClean="0"/>
              <a:t>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creando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nuevas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normativas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que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generen</a:t>
            </a:r>
            <a:r>
              <a:rPr lang="en-US" sz="2400" b="1" dirty="0" smtClean="0"/>
              <a:t> un </a:t>
            </a:r>
            <a:r>
              <a:rPr lang="en-US" sz="2400" b="1" dirty="0" err="1" smtClean="0"/>
              <a:t>camino</a:t>
            </a:r>
            <a:r>
              <a:rPr lang="en-US" sz="2400" b="1" dirty="0" smtClean="0"/>
              <a:t> a la </a:t>
            </a:r>
            <a:r>
              <a:rPr lang="en-US" sz="2400" b="1" dirty="0" err="1" smtClean="0"/>
              <a:t>profesionalizacion</a:t>
            </a:r>
            <a:r>
              <a:rPr lang="en-US" sz="2400" b="1" dirty="0" smtClean="0"/>
              <a:t> de </a:t>
            </a:r>
            <a:r>
              <a:rPr lang="en-US" sz="2400" b="1" dirty="0" err="1" smtClean="0"/>
              <a:t>las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estructuras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mutuales</a:t>
            </a:r>
            <a:r>
              <a:rPr lang="en-US" sz="2400" b="1" dirty="0" smtClean="0"/>
              <a:t> </a:t>
            </a:r>
            <a:r>
              <a:rPr lang="en-US" sz="2400" b="1" i="0" u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2400" b="1" i="0" u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2400" b="1" i="0" u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mayor </a:t>
            </a:r>
            <a:r>
              <a:rPr lang="en-US" sz="2400" b="1" i="0" u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eficiencia</a:t>
            </a:r>
            <a:r>
              <a:rPr lang="en-US" sz="2400" b="1" i="0" u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la </a:t>
            </a:r>
            <a:r>
              <a:rPr lang="en-US" sz="2400" b="1" i="0" u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fiscalizacion</a:t>
            </a:r>
            <a:r>
              <a:rPr lang="en-US" sz="2400" b="1" i="0" u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plexo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normativo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Ley 20.337 (de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cooperativas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Ley 26.173 (de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cajas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crédito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cooperativas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Normas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reglamentarias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dicta B.C.R.A.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Estatuto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Social.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Resoluciones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pueda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dictar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INAES.</a:t>
            </a:r>
            <a:endParaRPr sz="2400" b="1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Verdana"/>
              <a:buNone/>
            </a:pPr>
            <a:r>
              <a:rPr lang="en-US" sz="1800" b="1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1800" b="1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800" b="1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1800" b="1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800" b="1" i="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GOBERNABILIDAD</a:t>
            </a:r>
            <a:r>
              <a:rPr lang="en-US" sz="48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48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resurgimiento de las cajas de crédito cooperativas no es casual. Se debe al crecimiento económico y a que el sistema financiero no sostiene ese proceso.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Cooperativas de Créditos y las Mutuales no alcanzan, y no están previstas para cubrir el desarrollo regional.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responsabilidad social pensar cómo desarrollar estas instituciones, que generarán el crédito necesario.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Generarlas producirá un cambio en nuestro país, y ese cambio demanda nuestra participación. No debemos desaprovechar esta nueva oportunidad.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ello es importante incluir.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transparencia de gestión será imprescindible.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desafío es de la comunidad y de sus dirigentes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Queda en nuestras manos esta responsabilidad.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696</Words>
  <Application>Microsoft Office PowerPoint</Application>
  <PresentationFormat>Presentación en pantalla (4:3)</PresentationFormat>
  <Paragraphs>75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Verdana</vt:lpstr>
      <vt:lpstr>Diseño predeterminado</vt:lpstr>
      <vt:lpstr>GOBERNABILIDAD Y GOBIERNO CORPORATIVO</vt:lpstr>
      <vt:lpstr>GOBERNABILIDAD</vt:lpstr>
      <vt:lpstr>GOBERNABILIDAD</vt:lpstr>
      <vt:lpstr>GOBERNABILIDAD</vt:lpstr>
      <vt:lpstr> GOBERNABILIDAD</vt:lpstr>
      <vt:lpstr>GOBERNABILIDAD</vt:lpstr>
      <vt:lpstr>GOBERNABILIDAD</vt:lpstr>
      <vt:lpstr>GOBERNABILIDAD</vt:lpstr>
      <vt:lpstr>  GOBERNABILIDAD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GOBERNABILIDAD Y GOBIERNO CORPORATIVO</dc:title>
  <dc:creator>gallego</dc:creator>
  <cp:lastModifiedBy>Alberto Chichilnitzky</cp:lastModifiedBy>
  <cp:revision>1</cp:revision>
  <dcterms:created xsi:type="dcterms:W3CDTF">2007-07-21T09:06:02Z</dcterms:created>
  <dcterms:modified xsi:type="dcterms:W3CDTF">2021-09-29T13:30:17Z</dcterms:modified>
</cp:coreProperties>
</file>