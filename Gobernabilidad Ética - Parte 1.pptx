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61" r:id="rId6"/>
    <p:sldId id="278" r:id="rId7"/>
    <p:sldId id="279" r:id="rId8"/>
    <p:sldId id="280" r:id="rId9"/>
    <p:sldId id="281" r:id="rId10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145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4E5220-A7BE-4526-B496-46EAB7E7B58B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88927D-C71B-4921-A249-2CC69985E75E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56630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88927D-C71B-4921-A249-2CC69985E75E}" type="slidenum">
              <a:rPr lang="es-AR" smtClean="0"/>
              <a:t>2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769823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526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713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77799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13762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73986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98733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27017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89543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51595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75836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880755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35BDBB-8AB7-46D6-B0C8-8A2792703FB3}" type="datetimeFigureOut">
              <a:rPr lang="es-AR" smtClean="0"/>
              <a:t>27/9/2021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4137A-D973-444A-9AA9-D122503B4F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87770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 smtClean="0"/>
              <a:t>}</a:t>
            </a:r>
            <a:endParaRPr lang="es-AR" dirty="0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1027" name="Picture 3" descr="C:\Users\20259218587\Desktop\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640"/>
            <a:ext cx="9133380" cy="6347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3 Rectángulo"/>
          <p:cNvSpPr/>
          <p:nvPr/>
        </p:nvSpPr>
        <p:spPr>
          <a:xfrm>
            <a:off x="0" y="6309320"/>
            <a:ext cx="9144000" cy="2743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654050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2050" name="Picture 2" descr="C:\Users\20259218587\Desktop\2.png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4" y="116632"/>
            <a:ext cx="9130646" cy="5737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589864"/>
            <a:ext cx="9144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6 Conector recto de flecha"/>
          <p:cNvCxnSpPr/>
          <p:nvPr/>
        </p:nvCxnSpPr>
        <p:spPr>
          <a:xfrm>
            <a:off x="4788024" y="5539331"/>
            <a:ext cx="1872208" cy="0"/>
          </a:xfrm>
          <a:prstGeom prst="straightConnector1">
            <a:avLst/>
          </a:prstGeom>
          <a:ln w="79375">
            <a:solidFill>
              <a:schemeClr val="accent1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8290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3074" name="Picture 2" descr="C:\Users\20259218587\Desktop\4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8640"/>
            <a:ext cx="9144000" cy="5865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05264"/>
            <a:ext cx="9144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09419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4098" name="Picture 2" descr="C:\Users\20259218587\Desktop\5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23" y="260648"/>
            <a:ext cx="9144000" cy="5976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21288"/>
            <a:ext cx="9144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66023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122" name="Picture 2" descr="C:\Users\20259218587\Desktop\6.p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6632"/>
            <a:ext cx="9144000" cy="6120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65304"/>
            <a:ext cx="91440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79861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Elipse"/>
          <p:cNvSpPr/>
          <p:nvPr/>
        </p:nvSpPr>
        <p:spPr>
          <a:xfrm>
            <a:off x="1964014" y="279782"/>
            <a:ext cx="6840760" cy="6264696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4 Rectángulo"/>
          <p:cNvSpPr/>
          <p:nvPr/>
        </p:nvSpPr>
        <p:spPr>
          <a:xfrm>
            <a:off x="-222352" y="-99392"/>
            <a:ext cx="5256584" cy="69573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1" name="10 Conector recto"/>
          <p:cNvCxnSpPr/>
          <p:nvPr/>
        </p:nvCxnSpPr>
        <p:spPr>
          <a:xfrm>
            <a:off x="4131689" y="1762961"/>
            <a:ext cx="107173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18 Forma libre"/>
          <p:cNvSpPr/>
          <p:nvPr/>
        </p:nvSpPr>
        <p:spPr>
          <a:xfrm>
            <a:off x="6497027" y="1862201"/>
            <a:ext cx="1806616" cy="1710815"/>
          </a:xfrm>
          <a:custGeom>
            <a:avLst/>
            <a:gdLst>
              <a:gd name="connsiteX0" fmla="*/ 0 w 2507507"/>
              <a:gd name="connsiteY0" fmla="*/ 0 h 2294626"/>
              <a:gd name="connsiteX1" fmla="*/ 2493034 w 2507507"/>
              <a:gd name="connsiteY1" fmla="*/ 586596 h 2294626"/>
              <a:gd name="connsiteX2" fmla="*/ 1026544 w 2507507"/>
              <a:gd name="connsiteY2" fmla="*/ 2294626 h 2294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07507" h="2294626">
                <a:moveTo>
                  <a:pt x="0" y="0"/>
                </a:moveTo>
                <a:cubicBezTo>
                  <a:pt x="1160971" y="102079"/>
                  <a:pt x="2321943" y="204158"/>
                  <a:pt x="2493034" y="586596"/>
                </a:cubicBezTo>
                <a:cubicBezTo>
                  <a:pt x="2664125" y="969034"/>
                  <a:pt x="1266646" y="2080403"/>
                  <a:pt x="1026544" y="2294626"/>
                </a:cubicBezTo>
              </a:path>
            </a:pathLst>
          </a:custGeom>
          <a:noFill/>
          <a:ln w="476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22 Rectángulo"/>
          <p:cNvSpPr/>
          <p:nvPr/>
        </p:nvSpPr>
        <p:spPr>
          <a:xfrm>
            <a:off x="6585851" y="4757197"/>
            <a:ext cx="2558149" cy="292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23 Rectángulo"/>
          <p:cNvSpPr/>
          <p:nvPr/>
        </p:nvSpPr>
        <p:spPr>
          <a:xfrm>
            <a:off x="7006555" y="5229200"/>
            <a:ext cx="2016732" cy="292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5" name="24 Rectángulo"/>
          <p:cNvSpPr/>
          <p:nvPr/>
        </p:nvSpPr>
        <p:spPr>
          <a:xfrm>
            <a:off x="7374333" y="5661248"/>
            <a:ext cx="1769667" cy="292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026" name="Picture 2" descr="C:\Users\20259218587\Desktop\descarga.jfif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8678" y="3175085"/>
            <a:ext cx="6572179" cy="3680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13 Conector recto"/>
          <p:cNvCxnSpPr/>
          <p:nvPr/>
        </p:nvCxnSpPr>
        <p:spPr>
          <a:xfrm>
            <a:off x="1243934" y="620688"/>
            <a:ext cx="169758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2 Conector recto"/>
          <p:cNvCxnSpPr/>
          <p:nvPr/>
        </p:nvCxnSpPr>
        <p:spPr>
          <a:xfrm>
            <a:off x="1243934" y="724220"/>
            <a:ext cx="14401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15 Forma libre"/>
          <p:cNvSpPr/>
          <p:nvPr/>
        </p:nvSpPr>
        <p:spPr>
          <a:xfrm>
            <a:off x="816322" y="1772816"/>
            <a:ext cx="1955478" cy="1512168"/>
          </a:xfrm>
          <a:custGeom>
            <a:avLst/>
            <a:gdLst>
              <a:gd name="connsiteX0" fmla="*/ 2798146 w 2798146"/>
              <a:gd name="connsiteY0" fmla="*/ 0 h 1915064"/>
              <a:gd name="connsiteX1" fmla="*/ 98078 w 2798146"/>
              <a:gd name="connsiteY1" fmla="*/ 983412 h 1915064"/>
              <a:gd name="connsiteX2" fmla="*/ 589784 w 2798146"/>
              <a:gd name="connsiteY2" fmla="*/ 1915064 h 1915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98146" h="1915064">
                <a:moveTo>
                  <a:pt x="2798146" y="0"/>
                </a:moveTo>
                <a:cubicBezTo>
                  <a:pt x="1632142" y="332117"/>
                  <a:pt x="466138" y="664235"/>
                  <a:pt x="98078" y="983412"/>
                </a:cubicBezTo>
                <a:cubicBezTo>
                  <a:pt x="-269982" y="1302589"/>
                  <a:pt x="510708" y="1795732"/>
                  <a:pt x="589784" y="1915064"/>
                </a:cubicBezTo>
              </a:path>
            </a:pathLst>
          </a:custGeom>
          <a:noFill/>
          <a:ln w="476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20 Rectángulo"/>
          <p:cNvSpPr/>
          <p:nvPr/>
        </p:nvSpPr>
        <p:spPr>
          <a:xfrm>
            <a:off x="384857" y="3573016"/>
            <a:ext cx="2969451" cy="4763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7" name="16 CuadroTexto"/>
          <p:cNvSpPr txBox="1"/>
          <p:nvPr/>
        </p:nvSpPr>
        <p:spPr>
          <a:xfrm>
            <a:off x="450421" y="3375828"/>
            <a:ext cx="2865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b="1" dirty="0">
                <a:latin typeface="Century Gothic" panose="020B0502020202020204" pitchFamily="34" charset="0"/>
              </a:rPr>
              <a:t>¿Virtualidad?</a:t>
            </a:r>
          </a:p>
        </p:txBody>
      </p:sp>
      <p:sp>
        <p:nvSpPr>
          <p:cNvPr id="22" name="21 Rectángulo"/>
          <p:cNvSpPr/>
          <p:nvPr/>
        </p:nvSpPr>
        <p:spPr>
          <a:xfrm>
            <a:off x="4948855" y="3398221"/>
            <a:ext cx="3096344" cy="3495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19 CuadroTexto"/>
          <p:cNvSpPr txBox="1"/>
          <p:nvPr/>
        </p:nvSpPr>
        <p:spPr>
          <a:xfrm>
            <a:off x="4860032" y="3365551"/>
            <a:ext cx="32739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b="1" dirty="0">
                <a:latin typeface="Century Gothic" panose="020B0502020202020204" pitchFamily="34" charset="0"/>
              </a:rPr>
              <a:t>¿Innovación?</a:t>
            </a:r>
          </a:p>
        </p:txBody>
      </p:sp>
      <p:sp>
        <p:nvSpPr>
          <p:cNvPr id="28" name="27 Rectángulo"/>
          <p:cNvSpPr/>
          <p:nvPr/>
        </p:nvSpPr>
        <p:spPr>
          <a:xfrm>
            <a:off x="1187625" y="1003542"/>
            <a:ext cx="2088232" cy="292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9" name="28 Rectángulo"/>
          <p:cNvSpPr/>
          <p:nvPr/>
        </p:nvSpPr>
        <p:spPr>
          <a:xfrm>
            <a:off x="3165564" y="1569813"/>
            <a:ext cx="2558149" cy="2520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10" name="9 Conector recto"/>
          <p:cNvCxnSpPr/>
          <p:nvPr/>
        </p:nvCxnSpPr>
        <p:spPr>
          <a:xfrm>
            <a:off x="4211960" y="1862201"/>
            <a:ext cx="1026018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29 Rectángulo"/>
          <p:cNvSpPr/>
          <p:nvPr/>
        </p:nvSpPr>
        <p:spPr>
          <a:xfrm>
            <a:off x="6012160" y="1003542"/>
            <a:ext cx="2558149" cy="292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cxnSp>
        <p:nvCxnSpPr>
          <p:cNvPr id="31" name="30 Conector recto"/>
          <p:cNvCxnSpPr/>
          <p:nvPr/>
        </p:nvCxnSpPr>
        <p:spPr>
          <a:xfrm>
            <a:off x="3805702" y="1762961"/>
            <a:ext cx="144016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5 CuadroTexto"/>
          <p:cNvSpPr txBox="1"/>
          <p:nvPr/>
        </p:nvSpPr>
        <p:spPr>
          <a:xfrm>
            <a:off x="-46726" y="744645"/>
            <a:ext cx="91450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b="1" dirty="0">
                <a:latin typeface="Century Gothic" panose="020B0502020202020204" pitchFamily="34" charset="0"/>
              </a:rPr>
              <a:t>La Pandemia causada por el Covid-19, </a:t>
            </a:r>
          </a:p>
          <a:p>
            <a:pPr algn="ctr"/>
            <a:r>
              <a:rPr lang="es-AR" sz="3200" b="1" dirty="0">
                <a:latin typeface="Century Gothic" panose="020B0502020202020204" pitchFamily="34" charset="0"/>
              </a:rPr>
              <a:t>¿ha trastocado los valores que nos guiaban?</a:t>
            </a:r>
          </a:p>
        </p:txBody>
      </p:sp>
    </p:spTree>
    <p:extLst>
      <p:ext uri="{BB962C8B-B14F-4D97-AF65-F5344CB8AC3E}">
        <p14:creationId xmlns:p14="http://schemas.microsoft.com/office/powerpoint/2010/main" val="490822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Flecha derecha"/>
          <p:cNvSpPr/>
          <p:nvPr/>
        </p:nvSpPr>
        <p:spPr>
          <a:xfrm>
            <a:off x="264861" y="3501008"/>
            <a:ext cx="1440160" cy="1512168"/>
          </a:xfrm>
          <a:prstGeom prst="rightArrow">
            <a:avLst>
              <a:gd name="adj1" fmla="val 50000"/>
              <a:gd name="adj2" fmla="val 5299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7 Flecha derecha"/>
          <p:cNvSpPr/>
          <p:nvPr/>
        </p:nvSpPr>
        <p:spPr>
          <a:xfrm>
            <a:off x="2051720" y="3501008"/>
            <a:ext cx="1440160" cy="1512168"/>
          </a:xfrm>
          <a:prstGeom prst="rightArrow">
            <a:avLst>
              <a:gd name="adj1" fmla="val 50000"/>
              <a:gd name="adj2" fmla="val 5299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8 Flecha derecha"/>
          <p:cNvSpPr/>
          <p:nvPr/>
        </p:nvSpPr>
        <p:spPr>
          <a:xfrm>
            <a:off x="3852428" y="3501008"/>
            <a:ext cx="1440160" cy="1512168"/>
          </a:xfrm>
          <a:prstGeom prst="rightArrow">
            <a:avLst>
              <a:gd name="adj1" fmla="val 50000"/>
              <a:gd name="adj2" fmla="val 5299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9 Flecha derecha"/>
          <p:cNvSpPr/>
          <p:nvPr/>
        </p:nvSpPr>
        <p:spPr>
          <a:xfrm>
            <a:off x="5612624" y="3501008"/>
            <a:ext cx="1440160" cy="1512168"/>
          </a:xfrm>
          <a:prstGeom prst="rightArrow">
            <a:avLst>
              <a:gd name="adj1" fmla="val 50000"/>
              <a:gd name="adj2" fmla="val 5299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10 Flecha derecha"/>
          <p:cNvSpPr/>
          <p:nvPr/>
        </p:nvSpPr>
        <p:spPr>
          <a:xfrm>
            <a:off x="7377867" y="3501008"/>
            <a:ext cx="1440160" cy="1512168"/>
          </a:xfrm>
          <a:prstGeom prst="rightArrow">
            <a:avLst>
              <a:gd name="adj1" fmla="val 50000"/>
              <a:gd name="adj2" fmla="val 52995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Rectángulo"/>
          <p:cNvSpPr/>
          <p:nvPr/>
        </p:nvSpPr>
        <p:spPr>
          <a:xfrm>
            <a:off x="1331640" y="1700808"/>
            <a:ext cx="6264696" cy="10801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CuadroTexto"/>
          <p:cNvSpPr txBox="1"/>
          <p:nvPr/>
        </p:nvSpPr>
        <p:spPr>
          <a:xfrm>
            <a:off x="364" y="1124744"/>
            <a:ext cx="914501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b="1" dirty="0">
                <a:latin typeface="Century Gothic" panose="020B0502020202020204" pitchFamily="34" charset="0"/>
              </a:rPr>
              <a:t>El desafío mundial del Covid-19 ha provocado un esfuerzo masivo de innovación de parte de las empresas, los gobiernos, las universidades y las personas.</a:t>
            </a:r>
          </a:p>
        </p:txBody>
      </p:sp>
    </p:spTree>
    <p:extLst>
      <p:ext uri="{BB962C8B-B14F-4D97-AF65-F5344CB8AC3E}">
        <p14:creationId xmlns:p14="http://schemas.microsoft.com/office/powerpoint/2010/main" val="603968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Rectángulo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4 CuadroTexto"/>
          <p:cNvSpPr txBox="1"/>
          <p:nvPr/>
        </p:nvSpPr>
        <p:spPr>
          <a:xfrm>
            <a:off x="364" y="1124744"/>
            <a:ext cx="91450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b="1" dirty="0">
                <a:latin typeface="Century Gothic" panose="020B0502020202020204" pitchFamily="34" charset="0"/>
              </a:rPr>
              <a:t>El virus Covid-19 ha transformado la vida de las personas a una escala sin precedentes.</a:t>
            </a:r>
          </a:p>
        </p:txBody>
      </p:sp>
      <p:sp>
        <p:nvSpPr>
          <p:cNvPr id="7" name="6 Flecha derecha"/>
          <p:cNvSpPr/>
          <p:nvPr/>
        </p:nvSpPr>
        <p:spPr>
          <a:xfrm rot="16200000">
            <a:off x="488334" y="2492896"/>
            <a:ext cx="1152128" cy="1224136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Flecha derecha"/>
          <p:cNvSpPr/>
          <p:nvPr/>
        </p:nvSpPr>
        <p:spPr>
          <a:xfrm rot="16200000">
            <a:off x="2087724" y="2492896"/>
            <a:ext cx="1152128" cy="1224136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3" name="12 Flecha derecha"/>
          <p:cNvSpPr/>
          <p:nvPr/>
        </p:nvSpPr>
        <p:spPr>
          <a:xfrm rot="16200000">
            <a:off x="3996808" y="2492896"/>
            <a:ext cx="1152128" cy="1224136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Flecha derecha"/>
          <p:cNvSpPr/>
          <p:nvPr/>
        </p:nvSpPr>
        <p:spPr>
          <a:xfrm rot="16200000">
            <a:off x="5760132" y="2492894"/>
            <a:ext cx="1152128" cy="1224136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5" name="14 Flecha derecha"/>
          <p:cNvSpPr/>
          <p:nvPr/>
        </p:nvSpPr>
        <p:spPr>
          <a:xfrm rot="16200000">
            <a:off x="7416316" y="2492894"/>
            <a:ext cx="1152128" cy="1224136"/>
          </a:xfrm>
          <a:prstGeom prst="right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15 Rectángulo"/>
          <p:cNvSpPr/>
          <p:nvPr/>
        </p:nvSpPr>
        <p:spPr>
          <a:xfrm>
            <a:off x="5652120" y="4437112"/>
            <a:ext cx="3096344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5 CuadroTexto"/>
          <p:cNvSpPr txBox="1"/>
          <p:nvPr/>
        </p:nvSpPr>
        <p:spPr>
          <a:xfrm>
            <a:off x="364" y="4149080"/>
            <a:ext cx="91450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3200" b="1" dirty="0">
                <a:latin typeface="Century Gothic" panose="020B0502020202020204" pitchFamily="34" charset="0"/>
              </a:rPr>
              <a:t>Sin embargo, la pandemia no ha retrasado la innovación, sino que la está amplificando niveles históricos.</a:t>
            </a:r>
          </a:p>
        </p:txBody>
      </p:sp>
    </p:spTree>
    <p:extLst>
      <p:ext uri="{BB962C8B-B14F-4D97-AF65-F5344CB8AC3E}">
        <p14:creationId xmlns:p14="http://schemas.microsoft.com/office/powerpoint/2010/main" val="1788676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Rectángulo"/>
          <p:cNvSpPr/>
          <p:nvPr/>
        </p:nvSpPr>
        <p:spPr>
          <a:xfrm>
            <a:off x="6269" y="2420888"/>
            <a:ext cx="9180512" cy="122413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026" name="Picture 2" descr="C:\Users\20259218587\Desktop\rascacielos-moderno-de-los-edificios-fondo-geométrico-del-efecto-75619584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8230" y="0"/>
            <a:ext cx="5112568" cy="7668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5 Rectángulo"/>
          <p:cNvSpPr/>
          <p:nvPr/>
        </p:nvSpPr>
        <p:spPr>
          <a:xfrm>
            <a:off x="1317762" y="1196752"/>
            <a:ext cx="7826238" cy="6120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3 Rectángulo"/>
          <p:cNvSpPr/>
          <p:nvPr/>
        </p:nvSpPr>
        <p:spPr>
          <a:xfrm>
            <a:off x="1317762" y="4725144"/>
            <a:ext cx="7826238" cy="151216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8 Rectángulo"/>
          <p:cNvSpPr/>
          <p:nvPr/>
        </p:nvSpPr>
        <p:spPr>
          <a:xfrm>
            <a:off x="1317762" y="2348880"/>
            <a:ext cx="3614278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10 Rectángulo"/>
          <p:cNvSpPr/>
          <p:nvPr/>
        </p:nvSpPr>
        <p:spPr>
          <a:xfrm>
            <a:off x="1317762" y="3099318"/>
            <a:ext cx="3614278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11 Rectángulo"/>
          <p:cNvSpPr/>
          <p:nvPr/>
        </p:nvSpPr>
        <p:spPr>
          <a:xfrm>
            <a:off x="1306227" y="3878561"/>
            <a:ext cx="3614278" cy="5040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8" name="7 CuadroTexto"/>
          <p:cNvSpPr txBox="1"/>
          <p:nvPr/>
        </p:nvSpPr>
        <p:spPr>
          <a:xfrm>
            <a:off x="251519" y="1289527"/>
            <a:ext cx="893526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800" b="1" dirty="0">
                <a:latin typeface="Century Gothic" panose="020B0502020202020204" pitchFamily="34" charset="0"/>
              </a:rPr>
              <a:t>Valorar la Salud Pública</a:t>
            </a:r>
          </a:p>
          <a:p>
            <a:pPr algn="ctr"/>
            <a:endParaRPr lang="es-AR" sz="2800" b="1" dirty="0">
              <a:latin typeface="Century Gothic" panose="020B0502020202020204" pitchFamily="34" charset="0"/>
            </a:endParaRPr>
          </a:p>
          <a:p>
            <a:pPr algn="ctr"/>
            <a:r>
              <a:rPr lang="es-AR" sz="2800" b="1" dirty="0">
                <a:latin typeface="Century Gothic" panose="020B0502020202020204" pitchFamily="34" charset="0"/>
              </a:rPr>
              <a:t>Cuidar la naturaleza</a:t>
            </a:r>
          </a:p>
          <a:p>
            <a:pPr algn="ctr"/>
            <a:endParaRPr lang="es-AR" sz="2800" b="1" dirty="0">
              <a:latin typeface="Century Gothic" panose="020B0502020202020204" pitchFamily="34" charset="0"/>
            </a:endParaRPr>
          </a:p>
          <a:p>
            <a:pPr algn="ctr"/>
            <a:r>
              <a:rPr lang="es-AR" sz="2800" b="1" dirty="0">
                <a:latin typeface="Century Gothic" panose="020B0502020202020204" pitchFamily="34" charset="0"/>
              </a:rPr>
              <a:t>El experimento del trabajo desde casa</a:t>
            </a:r>
          </a:p>
          <a:p>
            <a:pPr algn="ctr"/>
            <a:endParaRPr lang="es-AR" sz="2800" b="1" dirty="0">
              <a:latin typeface="Century Gothic" panose="020B0502020202020204" pitchFamily="34" charset="0"/>
            </a:endParaRPr>
          </a:p>
          <a:p>
            <a:pPr algn="ctr"/>
            <a:r>
              <a:rPr lang="es-AR" sz="2800" b="1" dirty="0">
                <a:latin typeface="Century Gothic" panose="020B0502020202020204" pitchFamily="34" charset="0"/>
              </a:rPr>
              <a:t>La creatividad desbordada</a:t>
            </a:r>
          </a:p>
          <a:p>
            <a:pPr algn="ctr"/>
            <a:endParaRPr lang="es-AR" sz="2800" b="1" dirty="0">
              <a:latin typeface="Century Gothic" panose="020B0502020202020204" pitchFamily="34" charset="0"/>
            </a:endParaRPr>
          </a:p>
          <a:p>
            <a:pPr algn="ctr"/>
            <a:r>
              <a:rPr lang="es-AR" sz="2800" b="1" dirty="0">
                <a:latin typeface="Century Gothic" panose="020B0502020202020204" pitchFamily="34" charset="0"/>
              </a:rPr>
              <a:t>Una “nueva” solidaridad</a:t>
            </a:r>
          </a:p>
        </p:txBody>
      </p:sp>
      <p:sp>
        <p:nvSpPr>
          <p:cNvPr id="10" name="9 Rectángulo"/>
          <p:cNvSpPr/>
          <p:nvPr/>
        </p:nvSpPr>
        <p:spPr>
          <a:xfrm>
            <a:off x="351138" y="188640"/>
            <a:ext cx="8568952" cy="6480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6 CuadroTexto"/>
          <p:cNvSpPr txBox="1"/>
          <p:nvPr/>
        </p:nvSpPr>
        <p:spPr>
          <a:xfrm>
            <a:off x="-1016" y="188640"/>
            <a:ext cx="91450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800" b="1" dirty="0">
                <a:latin typeface="Century Gothic" panose="020B0502020202020204" pitchFamily="34" charset="0"/>
              </a:rPr>
              <a:t>Algunas lecciones positivas que nos interpelan</a:t>
            </a:r>
          </a:p>
        </p:txBody>
      </p:sp>
    </p:spTree>
    <p:extLst>
      <p:ext uri="{BB962C8B-B14F-4D97-AF65-F5344CB8AC3E}">
        <p14:creationId xmlns:p14="http://schemas.microsoft.com/office/powerpoint/2010/main" val="23763512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100</TotalTime>
  <Words>113</Words>
  <Application>Microsoft Office PowerPoint</Application>
  <PresentationFormat>Presentación en pantalla (4:3)</PresentationFormat>
  <Paragraphs>19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Calibri</vt:lpstr>
      <vt:lpstr>Century Gothic</vt:lpstr>
      <vt:lpstr>Tema de Office</vt:lpstr>
      <vt:lpstr>}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Federico Martinez</dc:creator>
  <cp:lastModifiedBy>Alberto Chichilnitzky</cp:lastModifiedBy>
  <cp:revision>15</cp:revision>
  <dcterms:created xsi:type="dcterms:W3CDTF">2020-08-05T13:56:10Z</dcterms:created>
  <dcterms:modified xsi:type="dcterms:W3CDTF">2021-09-27T14:35:25Z</dcterms:modified>
</cp:coreProperties>
</file>