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2" r:id="rId2"/>
    <p:sldId id="264" r:id="rId3"/>
    <p:sldId id="267" r:id="rId4"/>
    <p:sldId id="268" r:id="rId5"/>
    <p:sldId id="270" r:id="rId6"/>
    <p:sldId id="271" r:id="rId7"/>
    <p:sldId id="273" r:id="rId8"/>
    <p:sldId id="275" r:id="rId9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4E5220-A7BE-4526-B496-46EAB7E7B58B}" type="datetimeFigureOut">
              <a:rPr lang="es-AR" smtClean="0"/>
              <a:t>27/9/2021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88927D-C71B-4921-A249-2CC69985E75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56630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BDBB-8AB7-46D6-B0C8-8A2792703FB3}" type="datetimeFigureOut">
              <a:rPr lang="es-AR" smtClean="0"/>
              <a:t>27/9/2021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4137A-D973-444A-9AA9-D122503B4F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526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BDBB-8AB7-46D6-B0C8-8A2792703FB3}" type="datetimeFigureOut">
              <a:rPr lang="es-AR" smtClean="0"/>
              <a:t>27/9/2021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4137A-D973-444A-9AA9-D122503B4F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713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BDBB-8AB7-46D6-B0C8-8A2792703FB3}" type="datetimeFigureOut">
              <a:rPr lang="es-AR" smtClean="0"/>
              <a:t>27/9/2021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4137A-D973-444A-9AA9-D122503B4F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77799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BDBB-8AB7-46D6-B0C8-8A2792703FB3}" type="datetimeFigureOut">
              <a:rPr lang="es-AR" smtClean="0"/>
              <a:t>27/9/2021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4137A-D973-444A-9AA9-D122503B4F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13762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BDBB-8AB7-46D6-B0C8-8A2792703FB3}" type="datetimeFigureOut">
              <a:rPr lang="es-AR" smtClean="0"/>
              <a:t>27/9/2021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4137A-D973-444A-9AA9-D122503B4F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73986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BDBB-8AB7-46D6-B0C8-8A2792703FB3}" type="datetimeFigureOut">
              <a:rPr lang="es-AR" smtClean="0"/>
              <a:t>27/9/2021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4137A-D973-444A-9AA9-D122503B4F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98733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BDBB-8AB7-46D6-B0C8-8A2792703FB3}" type="datetimeFigureOut">
              <a:rPr lang="es-AR" smtClean="0"/>
              <a:t>27/9/2021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4137A-D973-444A-9AA9-D122503B4F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27017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BDBB-8AB7-46D6-B0C8-8A2792703FB3}" type="datetimeFigureOut">
              <a:rPr lang="es-AR" smtClean="0"/>
              <a:t>27/9/2021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4137A-D973-444A-9AA9-D122503B4F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89543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BDBB-8AB7-46D6-B0C8-8A2792703FB3}" type="datetimeFigureOut">
              <a:rPr lang="es-AR" smtClean="0"/>
              <a:t>27/9/2021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4137A-D973-444A-9AA9-D122503B4F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51595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BDBB-8AB7-46D6-B0C8-8A2792703FB3}" type="datetimeFigureOut">
              <a:rPr lang="es-AR" smtClean="0"/>
              <a:t>27/9/2021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4137A-D973-444A-9AA9-D122503B4F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75836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BDBB-8AB7-46D6-B0C8-8A2792703FB3}" type="datetimeFigureOut">
              <a:rPr lang="es-AR" smtClean="0"/>
              <a:t>27/9/2021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4137A-D973-444A-9AA9-D122503B4F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88075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5BDBB-8AB7-46D6-B0C8-8A2792703FB3}" type="datetimeFigureOut">
              <a:rPr lang="es-AR" smtClean="0"/>
              <a:t>27/9/2021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04137A-D973-444A-9AA9-D122503B4F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87770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6146" name="Picture 2" descr="C:\Users\20259218587\Desktop\8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8640"/>
            <a:ext cx="9144000" cy="5865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49280"/>
            <a:ext cx="91440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350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7171" name="Picture 3" descr="C:\Users\20259218587\Desktop\10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2" y="116632"/>
            <a:ext cx="9108504" cy="572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05264"/>
            <a:ext cx="91440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401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9218" name="Picture 2" descr="C:\Users\20259218587\Desktop\12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0648"/>
            <a:ext cx="9144000" cy="5793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7272"/>
            <a:ext cx="9144000" cy="280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1524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 dirty="0"/>
          </a:p>
        </p:txBody>
      </p:sp>
      <p:pic>
        <p:nvPicPr>
          <p:cNvPr id="10242" name="Picture 2" descr="C:\Users\20259218587\Desktop\14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0648"/>
            <a:ext cx="9144000" cy="5865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3296"/>
            <a:ext cx="91440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8302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11266" name="Picture 2" descr="C:\Users\20259218587\Desktop\15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8640"/>
            <a:ext cx="9144000" cy="5937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49280"/>
            <a:ext cx="91440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633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12291" name="Picture 3" descr="C:\Users\20259218587\Desktop\17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88640"/>
            <a:ext cx="9073008" cy="5937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6" y="5949280"/>
            <a:ext cx="91440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2262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13314" name="Picture 2" descr="C:\Users\20259218587\Desktop\19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0648"/>
            <a:ext cx="9144000" cy="5649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" y="5924311"/>
            <a:ext cx="91440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5757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14338" name="Picture 2" descr="C:\Users\20259218587\Desktop\21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0648"/>
            <a:ext cx="9144000" cy="5865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21288"/>
            <a:ext cx="91440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09923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99</TotalTime>
  <Words>0</Words>
  <Application>Microsoft Office PowerPoint</Application>
  <PresentationFormat>Presentación en pantalla (4:3)</PresentationFormat>
  <Paragraphs>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Federico Martinez</dc:creator>
  <cp:lastModifiedBy>Alberto Chichilnitzky</cp:lastModifiedBy>
  <cp:revision>15</cp:revision>
  <dcterms:created xsi:type="dcterms:W3CDTF">2020-08-05T13:56:10Z</dcterms:created>
  <dcterms:modified xsi:type="dcterms:W3CDTF">2021-09-27T14:35:36Z</dcterms:modified>
</cp:coreProperties>
</file>